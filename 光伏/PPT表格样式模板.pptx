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5.xml"/><Relationship Id="rId5" Type="http://schemas.openxmlformats.org/officeDocument/2006/relationships/image" Target="../media/image3.png"/><Relationship Id="rId4" Type="http://schemas.openxmlformats.org/officeDocument/2006/relationships/tags" Target="../tags/tag6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绿块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803"/>
          <a:stretch>
            <a:fillRect/>
          </a:stretch>
        </p:blipFill>
        <p:spPr>
          <a:xfrm>
            <a:off x="0" y="-51435"/>
            <a:ext cx="12192000" cy="1031875"/>
          </a:xfrm>
          <a:prstGeom prst="rect">
            <a:avLst/>
          </a:prstGeom>
        </p:spPr>
      </p:pic>
      <p:pic>
        <p:nvPicPr>
          <p:cNvPr id="12" name="图片 11" descr="透明渐变树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79730" y="-635"/>
            <a:ext cx="10378440" cy="7340600"/>
          </a:xfrm>
          <a:prstGeom prst="rect">
            <a:avLst/>
          </a:prstGeom>
        </p:spPr>
      </p:pic>
      <p:pic>
        <p:nvPicPr>
          <p:cNvPr id="18" name="图片 17" descr="bjfu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44535" y="-687070"/>
            <a:ext cx="3847465" cy="2248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8300" y="1422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1"/>
                </a:solidFill>
              </a:rPr>
              <a:t>逻辑结构</a:t>
            </a:r>
            <a:r>
              <a:rPr lang="zh-CN" altLang="en-US" sz="3600" b="1">
                <a:solidFill>
                  <a:schemeClr val="bg1"/>
                </a:solidFill>
              </a:rPr>
              <a:t>设计</a:t>
            </a:r>
            <a:endParaRPr lang="zh-CN" altLang="en-US" sz="3600" b="1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5100" y="1108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85235" y="20288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分布式光伏管理业务线</a:t>
            </a:r>
            <a:endParaRPr lang="zh-CN" altLang="en-US" sz="2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03505" y="1270000"/>
          <a:ext cx="11984990" cy="5850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8210"/>
                <a:gridCol w="2131695"/>
                <a:gridCol w="2131695"/>
                <a:gridCol w="2131695"/>
                <a:gridCol w="2131695"/>
              </a:tblGrid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关系模式名</a:t>
                      </a:r>
                      <a:endParaRPr lang="zh-CN" altLang="en-US" sz="16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属性</a:t>
                      </a:r>
                      <a:endParaRPr lang="zh-CN" altLang="en-US" sz="16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主码</a:t>
                      </a:r>
                      <a:endParaRPr lang="zh-CN" altLang="en-US" sz="16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外码</a:t>
                      </a:r>
                      <a:endParaRPr lang="zh-CN" altLang="en-US" sz="16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范式</a:t>
                      </a:r>
                      <a:endParaRPr lang="zh-CN" altLang="en-US" sz="16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126334"/>
                    </a:solidFill>
                  </a:tcPr>
                </a:tc>
              </a:tr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光伏设备</a:t>
                      </a:r>
                      <a:endParaRPr lang="zh-CN" altLang="en-US" sz="14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设备编号，设备类型，安装位置，装机容量，投运时间，校准周期，运行状态，通信协议，并网点编号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设备编号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无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BCNF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光伏发电数据</a:t>
                      </a:r>
                      <a:endParaRPr lang="zh-CN" altLang="en-US" sz="14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数据编号，采集时间，发电量，上网电量，自用电量，逆变器效率，汇流箱组串电压，汇流箱组串电流，设备编号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数据编号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设备编号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→</a:t>
                      </a:r>
                      <a:r>
                        <a:rPr lang="en-US" altLang="zh-CN" sz="1400"/>
                        <a:t> </a:t>
                      </a:r>
                      <a:r>
                        <a:rPr lang="zh-CN" altLang="en-US" sz="1400"/>
                        <a:t>光伏设备表</a:t>
                      </a:r>
                      <a:r>
                        <a:rPr lang="en-US" altLang="zh-CN" sz="1400"/>
                        <a:t>(</a:t>
                      </a:r>
                      <a:r>
                        <a:rPr lang="zh-CN" altLang="en-US" sz="1400"/>
                        <a:t>设备编号</a:t>
                      </a:r>
                      <a:r>
                        <a:rPr lang="en-US" altLang="zh-CN" sz="1400"/>
                        <a:t>)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BCNF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光伏预测数据</a:t>
                      </a:r>
                      <a:endParaRPr lang="zh-CN" altLang="en-US" sz="14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预测编号，预测日期，预测时段，预测发电量，实际发电量，预测模型版本，设备编号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预测编号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设备编号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→</a:t>
                      </a:r>
                      <a:r>
                        <a:rPr lang="en-US" altLang="zh-CN" sz="1400"/>
                        <a:t> </a:t>
                      </a:r>
                      <a:r>
                        <a:rPr lang="zh-CN" altLang="en-US" sz="1400"/>
                        <a:t>光伏设备表</a:t>
                      </a:r>
                      <a:r>
                        <a:rPr lang="en-US" altLang="zh-CN" sz="1400"/>
                        <a:t>(</a:t>
                      </a:r>
                      <a:r>
                        <a:rPr lang="zh-CN" altLang="en-US" sz="1400"/>
                        <a:t>设备编号</a:t>
                      </a:r>
                      <a:r>
                        <a:rPr lang="en-US" altLang="zh-CN" sz="1400"/>
                        <a:t>)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BCNF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700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光伏发电</a:t>
                      </a:r>
                      <a:r>
                        <a:rPr lang="en-US" altLang="zh-CN" sz="1400"/>
                        <a:t>_</a:t>
                      </a:r>
                      <a:r>
                        <a:rPr lang="zh-CN" altLang="en-US" sz="1400"/>
                        <a:t>预测关联</a:t>
                      </a:r>
                      <a:endParaRPr lang="zh-CN" altLang="en-US" sz="1400"/>
                    </a:p>
                  </a:txBody>
                  <a:tcPr anchor="ctr" anchorCtr="0">
                    <a:lnL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数据编号，预测编号</a:t>
                      </a:r>
                      <a:endParaRPr lang="zh-CN" altLang="en-US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数据编号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预测编号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→</a:t>
                      </a:r>
                      <a:r>
                        <a:rPr lang="en-US" altLang="zh-CN" sz="1400"/>
                        <a:t> </a:t>
                      </a:r>
                      <a:r>
                        <a:rPr lang="zh-CN" altLang="en-US" sz="1400"/>
                        <a:t>光伏预测数据表</a:t>
                      </a:r>
                      <a:r>
                        <a:rPr lang="en-US" altLang="zh-CN" sz="1400"/>
                        <a:t> (</a:t>
                      </a:r>
                      <a:r>
                        <a:rPr lang="zh-CN" altLang="en-US" sz="1400"/>
                        <a:t>预测编号</a:t>
                      </a:r>
                      <a:r>
                        <a:rPr lang="en-US" altLang="zh-CN" sz="1400"/>
                        <a:t>)</a:t>
                      </a:r>
                      <a:r>
                        <a:rPr lang="zh-CN" altLang="en-US" sz="1400"/>
                        <a:t>，数据编号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→</a:t>
                      </a:r>
                      <a:r>
                        <a:rPr lang="en-US" altLang="zh-CN" sz="1400"/>
                        <a:t> </a:t>
                      </a:r>
                      <a:r>
                        <a:rPr lang="zh-CN" altLang="en-US" sz="1400"/>
                        <a:t>光伏发电数据表</a:t>
                      </a:r>
                      <a:r>
                        <a:rPr lang="en-US" altLang="zh-CN" sz="1400"/>
                        <a:t> (</a:t>
                      </a:r>
                      <a:r>
                        <a:rPr lang="zh-CN" altLang="en-US" sz="1400"/>
                        <a:t>数据编号</a:t>
                      </a:r>
                      <a:r>
                        <a:rPr lang="en-US" altLang="zh-CN" sz="1400"/>
                        <a:t>)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BCNF</a:t>
                      </a:r>
                      <a:endParaRPr lang="en-US" altLang="zh-CN" sz="1400"/>
                    </a:p>
                  </a:txBody>
                  <a:tcPr anchor="ctr" anchorCtr="0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sq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52925" y="6323330"/>
            <a:ext cx="3943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分布式光伏管理业务关系模式汇总表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2105,&quot;width&quot;:19200}"/>
</p:tagLst>
</file>

<file path=ppt/tags/tag64.xml><?xml version="1.0" encoding="utf-8"?>
<p:tagLst xmlns:p="http://schemas.openxmlformats.org/presentationml/2006/main">
  <p:tag name="KSO_WM_UNIT_PLACING_PICTURE_USER_VIEWPORT" val="{&quot;height&quot;:3541,&quot;width&quot;:6059}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WPS 演示</Application>
  <PresentationFormat>宽屏</PresentationFormat>
  <Paragraphs>56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温柔</cp:lastModifiedBy>
  <cp:revision>157</cp:revision>
  <dcterms:created xsi:type="dcterms:W3CDTF">2019-06-19T02:08:00Z</dcterms:created>
  <dcterms:modified xsi:type="dcterms:W3CDTF">2026-01-05T14:31:49Z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A06D2E4ACEF04CB9A198642F62AE68BE_11</vt:lpwstr>
  </property>
</Properties>
</file>